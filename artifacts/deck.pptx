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ШКОЛА ИИ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751F"/>
                </a:solidFill>
              </a:defRPr>
            </a:pPr>
            <a:r>
              <a:t>Программа курса «Claude от А до Я»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2560320" cy="2194560"/>
          </a:xfrm>
          <a:prstGeom prst="roundRect">
            <a:avLst/>
          </a:prstGeom>
          <a:solidFill>
            <a:srgbClr val="3A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4000" b="1">
                <a:solidFill>
                  <a:srgbClr val="FF751F"/>
                </a:solidFill>
              </a:defRPr>
            </a:pPr>
            <a:r>
              <a:t>01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Память между чатами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291840"/>
            <a:ext cx="2560320" cy="2194560"/>
          </a:xfrm>
          <a:prstGeom prst="roundRect">
            <a:avLst/>
          </a:prstGeom>
          <a:solidFill>
            <a:srgbClr val="3A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4000" b="1">
                <a:solidFill>
                  <a:srgbClr val="FF751F"/>
                </a:solidFill>
              </a:defRPr>
            </a:pPr>
            <a:r>
              <a:t>02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Монтаж видео в чате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91840"/>
            <a:ext cx="2560320" cy="2194560"/>
          </a:xfrm>
          <a:prstGeom prst="roundRect">
            <a:avLst/>
          </a:prstGeom>
          <a:solidFill>
            <a:srgbClr val="3A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4000" b="1">
                <a:solidFill>
                  <a:srgbClr val="FF751F"/>
                </a:solidFill>
              </a:defRPr>
            </a:pPr>
            <a:r>
              <a:t>03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Подключение к CRM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291840"/>
            <a:ext cx="2560320" cy="2194560"/>
          </a:xfrm>
          <a:prstGeom prst="roundRect">
            <a:avLst/>
          </a:prstGeom>
          <a:solidFill>
            <a:srgbClr val="3A4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4000" b="1">
                <a:solidFill>
                  <a:srgbClr val="FF751F"/>
                </a:solidFill>
              </a:defRPr>
            </a:pPr>
            <a:r>
              <a:t>04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Артефакты и финмодели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